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458" y="2231136"/>
            <a:ext cx="597708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RAG </a:t>
            </a:r>
            <a:r>
              <a:rPr lang="en-IN"/>
              <a:t> Q&amp;A </a:t>
            </a:r>
            <a:r>
              <a:t>CHATBOT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rPr dirty="0"/>
              <a:t>Capstone Project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Build a Retrieval-Augmented Generation chatbot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📚 Answer domain-specific questions from documents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🔍 Semantic search with ChromaDB vector database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🤖 AI-powered responses using Google Gemini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💬 Interactive web interface with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ChromaDB 0.4.22 - Vector database with HNSW indexing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Google Gemini 2.5 Flash - Large Language Model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Sentence Transformers - all-MiniLM-L6-v2 embeddings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Streamlit 1.28.0 - Web application framework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LangChain - Document processing &amp; text splitting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Python 3.12 - Core programming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1. Document Ingestion → PDF/TXT/DOCX files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2. Text Chunking → 600-char chunks, 10% overlap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3. Embedding → Convert to 384-dim vectors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4. Vector Storage → ChromaDB persistent database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5. Query Processing → User question embedding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6. Semantic Search → Top-3 similar chunks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7. Response Generation → Gemini LLM with context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8. Display → Answer + confidence +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Multi-Format Support: PDF, TXT, DOCX documents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Semantic Search: Context-aware retrieval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Source Attribution: Transparent answer sourcing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Confidence Scoring: Color-coded reliability indicators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Real-time Processing: Document upload &amp; indexing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Session Memory: Conversation history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Documents Processed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9 (1,734 chunks)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Retrieval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✅ +42%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&lt;5s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2.7s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✅ 46%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File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 (PDF/TXT/DOCX)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Test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Document Processing: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RecursiveCharacterTextSplitter (LangChain)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Chunk size: 600 characters with 60-char overlap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Vector Database: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ChromaDB with persistent storage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HNSW indexing for fast similarity search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LLM Configuration: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Temperature: 0.3 (balanced creativity/consistency)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Max tokens: 1000 per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USER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🖥️ Streamlit Web Application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📁 Document Upload: Drag-and-drop file uploader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💬 Chat Interface: Interactive Q&amp;A session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📊 Confidence Scores: Visual progress bars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Green: &gt;70% (High confidence)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Orange: 50-70% (Medium confidence)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Red: &lt;50% (Low confidence)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🔍 Source Attribution: Expandable source sections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💾 Session State: Conversation history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TESTING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📋 Test Suite: 20 predefined questions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Machine Learning concepts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Deep Learning topics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Data Science fundamentals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Python programming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📈 Results: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Overall Accuracy: 85%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Average Response Time: 2.7s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Successful Queries: 17/20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Failed Queries: 3 (out of knowledge base)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DEPLOYMENT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1. Streamlit Cloud ⭐ (Recommended)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Free hosting with GitHub integration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Automatic deployments on push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2. Hugging Face Spaces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16GB RAM on free tier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GPU access available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3. Google Cloud Run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Containerized deployment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Auto-scaling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4. Docker Compose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Local deployment with Docker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Production-ready 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📁 Project Organization: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app.py - Main Streamlit application (366 lines)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src/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├── ingestion.py - Document processing (281 lines)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├── retriever.py - Semantic search (235 lines)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├── generator.py - LLM integration (244 lines)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└── config.py - Configuration settings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tests/test_questions.py - Evaluation framework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data/documents/ - Sample documents (9 files)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chroma_db/ - Vector database storage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deployment/ - Deployment guides &amp; configs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CODE HIGHLIGHT: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# Document Processing Pipeline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text_splitter = RecursiveCharacterTextSplitter(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chunk_size=600,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chunk_overlap=60,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separators=["\n\n", "\n", ". ", " "]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chunks = text_splitter.split_text(document_text)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embeddings = embedding_model.encode(chunks)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collection.add(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embeddings=embeddings,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documents=chunks,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metadatas=[{"source": filename}]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CODE HIGHLIGHT: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# Semantic Search with ChromaDB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query_embedding = embedding_model.encode([query])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results = collection.query(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query_embeddings=query_embedding,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    n_results=3  # Top-3 chunks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# Calculate confidence score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avg_distance = sum(results['distances'][0]) / 3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confidence = (1 - avg_distance) * 100</a:t>
            </a:r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return results,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⚠️ Challenge: Gemini API Rate Limits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Solution: Implemented 5 requests/minute limit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⚠️ Challenge: Large Document Processing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Solution: Optimized chunking with 600-char size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⚠️ Challenge: Dependency Compatibility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Solution: Pinned versions in requirements.txt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⚠️ Challenge: ChromaDB Path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Solution: Centralized config.py with constants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</a:defRPr>
            </a:pPr>
            <a: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Project Goals: 100% Achieved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Vector Database: 1,734 chunks indexed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Retrieval Quality: 85% accuracy (42% above target)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Response Generation: 2.7s avg (46% faster)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User Interface: Advanced Streamlit UI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Testing: 20 questions evaluated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Deployment: Ready for 5 platforms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🏆 Final Score: 100/100 + 30 bonus = 130%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🌍 Multi-Language Support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Translate queries and responses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Support for non-English documents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🔄 Hybrid Search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Combine keyword + semantic search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BM25 + vector similarity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🧠 Conversation Memory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Multi-turn dialogue support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Context-aware follow-up questions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📊 Analytics Dashboard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Query patterns and user insights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Performance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📚 Technical Skills: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Vector databases and embeddings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RAG architecture implementation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LLM integration and prompt engineering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🔧 Best Practices: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Importance of chunking strategy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Error handling and edge cases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Configuration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📖 Documentation: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Comprehensive technical reports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Clear deployment guides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Reproducible testing frameworks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67E22"/>
                </a:solidFill>
              </a:defRPr>
            </a:pPr>
            <a:r>
              <a:t>🎥</a:t>
            </a:r>
          </a:p>
          <a:p>
            <a:pPr algn="ctr">
              <a:defRPr sz="4400" b="1">
                <a:solidFill>
                  <a:srgbClr val="E67E22"/>
                </a:solidFill>
              </a:defRPr>
            </a:pPr>
            <a:endParaRPr/>
          </a:p>
          <a:p>
            <a:pPr algn="ctr">
              <a:defRPr sz="4400" b="1">
                <a:solidFill>
                  <a:srgbClr val="E67E22"/>
                </a:solidFill>
              </a:defRPr>
            </a:pPr>
            <a:r>
              <a:t>LIVE DEMONSTRATION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PROJECT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📂 GitHub Repository: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https://github.com/Manohar071/RAG_chatbot_project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📹 Demo Video: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[To be added after recording]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📄 Documentation: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Technical Report (12,000+ words)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Deployment Guide (5 platforms)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Test Results (test_results.xlsx)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🐳 Deployment: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Dockerfile + docker-compose.yml</a:t>
            </a:r>
          </a:p>
          <a:p>
            <a:pPr lvl="1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Ready for Streamlit Cloud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GitHub: github.com/Manohar071/RAG_chatbot_project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1148</Words>
  <Application>Microsoft Office PowerPoint</Application>
  <PresentationFormat>On-screen Show (4:3)</PresentationFormat>
  <Paragraphs>224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Manohar Liyangi</cp:lastModifiedBy>
  <cp:revision>3</cp:revision>
  <dcterms:created xsi:type="dcterms:W3CDTF">2013-01-27T09:14:16Z</dcterms:created>
  <dcterms:modified xsi:type="dcterms:W3CDTF">2025-12-09T10:17:33Z</dcterms:modified>
  <cp:category/>
</cp:coreProperties>
</file>